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Sonata Knowledge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7315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D5E1F3"/>
                </a:solidFill>
                <a:latin typeface="Calibri"/>
              </a:rPr>
              <a:t>POC Demo + Expansion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B6834"/>
                </a:solidFill>
                <a:latin typeface="Calibri"/>
              </a:rPr>
              <a:t>3 Working POCs · Voice + Text + Upgrade + Defect 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What We've Built So Far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POC v2 Voice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Speak question -&gt; bot transcribes (Whisper)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Bot retrieves answer from knowledge base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Bot speaks answer back (Web Speech)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Text chat with 3 modes: Direct/OpenAI/Claude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Polished UI: section headers, tooltips, history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Deployed: Vercel + Render ($0 infrastructure)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Phase 0: 27/27 correct, 100% cited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SME sign-off obtained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Voice pipeline: end-to-end working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Wiki index: deployed to cloud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Architecture: proven &amp; scalable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Live demo: https://sonata-kb.vercel.app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Live Demo: Voice + Text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Chat Bot: Type question -&gt; get answer with sources (3 modes: free/cheap/premium)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Voice Bot: Speak question -&gt; bot transcribes -&gt; answers -&gt; speaks back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Demo URL: https://sonata-kb.vercel.app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Backend: https://sonata-kb.onrender.com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Cost: ~$0.11 per query (Claude) or ~$0.001 (OpenAI) or $0 (Direct)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POC 2: Upgrade Impact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Compare 2 trunk releases (e.g., v16.1 -&gt; v16.2)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Categorize changes: Architecture, Tech, Func, Impact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Identify breaking changes &amp; deprecations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Generate upgrade impact report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Cite every change to Jira ticket + wiki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Timeline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Effort: 1 week to build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Data: Jira + Wiki (already available)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Cost: ~$5.65 (50 queries)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Who wins: Architects, PM, Delivery teams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Impact: 2-hour manual -&gt; 30-second 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POC 3: Defect Triage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Support describes defect -&gt; bot searches Jira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Finds similar historical defects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Checks if already fixed in later release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Recommends: fix exists / escalate / draft new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Auto-drafts defect with proper format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Timeline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Effort: 1-2 weeks to build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Data: Jira defects (need client field check)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Cost: ~$11.30 (100 queries)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Who wins: Support team, QA, Dev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Impact: 15-min manual search -&gt; 30-second bot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3 POCs: Complete Package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POC v2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32004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Voice + Text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737360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https://sonata-kb.vercel.app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Upgrade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43200"/>
            <a:ext cx="32004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Compare 2 releases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1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743200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Same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49039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Defect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49039"/>
            <a:ext cx="32004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Similar defect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39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1-2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749039"/>
            <a:ext cx="22860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Same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Cost Analysis: 3 POCs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28016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4281"/>
                </a:solidFill>
                <a:latin typeface="Calibri"/>
              </a:rPr>
              <a:t>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91640"/>
            <a:ext cx="128016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4281"/>
                </a:solidFill>
                <a:latin typeface="Calibri"/>
              </a:rPr>
              <a:t>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91640"/>
            <a:ext cx="128016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4281"/>
                </a:solidFill>
                <a:latin typeface="Calibri"/>
              </a:rPr>
              <a:t>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91640"/>
            <a:ext cx="128016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4281"/>
                </a:solidFill>
                <a:latin typeface="Calibri"/>
              </a:rPr>
              <a:t>Whisper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91640"/>
            <a:ext cx="128016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4281"/>
                </a:solidFill>
                <a:latin typeface="Calibri"/>
              </a:rPr>
              <a:t>TTS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691640"/>
            <a:ext cx="128016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4281"/>
                </a:solidFill>
                <a:latin typeface="Calibri"/>
              </a:rPr>
              <a:t>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POC v2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9456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$11.00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19456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$0.30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9456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9456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$11.30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97480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78892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Upgrade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78892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78892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$5.50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78892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$0.15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78892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788920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$5.65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91840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38327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Defect Triage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38327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38327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$11.00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38327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$0.30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38327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38327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$11.30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886200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97763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97763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97763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$27.50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97763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$0.75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97763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977639"/>
            <a:ext cx="128016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$28.25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29200"/>
            <a:ext cx="10607040" cy="13716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Note: </a:t>
            </a:r>
            <a:r>
              <a:rPr sz="1100" b="0">
                <a:solidFill>
                  <a:srgbClr val="52514E"/>
                </a:solidFill>
                <a:latin typeface="Calibri"/>
              </a:rPr>
              <a:t>These are estimated costs based on ~250 test queries. Actual costs will vary based on usage volume during stakeholder demos and testing cycles.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Architecture: Same Pattern, 3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Core: PostgreSQL + pgvector index (wiki + Jira chunks)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Retrieval: Semantic search + metadata filters (&lt;200ms)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Voice: Whisper STT -&gt; index -&gt; answer -&gt; Web Speech TTS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Text: Type question -&gt; index -&gt; answer (3 LLM modes)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Upgrade: Same index + version-diff JQL queries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Defect: Same index + similarity search over Jira defects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Infrastructure: Vercel (frontend) + Render (backend) = $0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Timeline: 3 POCs in 3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Week 1 (done): POC v2 Voice -&gt; deployed &amp; working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2: Upgrade Analysis POC -&gt; compare 2 releases, generate report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3: Defect Triage POC -&gt; similar defect lookup, triage recommendation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4: Polish all 3 + voice integration + stakeholder demos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Total: 3 working demos in ~3 weeks, ~$29 API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Who Wins: 7 Internal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81912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691640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Voice + text Q&amp;A, defect triage, faster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QA/Testing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41448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B0B0B"/>
                </a:solidFill>
                <a:latin typeface="Calibri"/>
              </a:rPr>
              <a:t>Test traceability, regression identification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81527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91256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BA/Product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191256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Data-driven roadmap (real customer questions)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31336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41063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Architects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941063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Upgrade impact analysis (2 hours -&gt; 30 seconds)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81144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690872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690872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Better bug context, release note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30952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0B0B"/>
                </a:solidFill>
                <a:latin typeface="Calibri"/>
              </a:rPr>
              <a:t>Ops/Maintenance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440680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B0B0B"/>
                </a:solidFill>
                <a:latin typeface="Calibri"/>
              </a:rPr>
              <a:t>Incident context, faster MTTR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6080760"/>
            <a:ext cx="10607040" cy="6858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190488"/>
            <a:ext cx="21031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Executive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190488"/>
            <a:ext cx="8046720" cy="5943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3 working demos, competitive moat, $0 infrastructure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04281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This week: Demo POC v2 Voice to stakeholders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Next week: Build Upgrade Analysis POC (compare v16.1 vs v16.2)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after: Build Defect Triage POC (similar defect lookup)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Week 4: Polish + integrate all 3 into unified demo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Then: Phase 1 decision based on POC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754880"/>
            <a:ext cx="10607040" cy="18288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10241280" cy="14630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The Ask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Approve 3-week POC sprint (3 working demos, ~$29 cost, $0 infrastructure). Stakeholder demos at end of each week. Decision point: Phase 1 after demos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