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Sonata Knowledge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D5E1F3"/>
                </a:solidFill>
                <a:latin typeface="Calibri"/>
              </a:rPr>
              <a:t>POC v2 Voice Demo + Phase 1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Royal London UAR/ISA Pilot · 12 Weeks · $238K Support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13716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Phase 0: ✅ PROVEN (27/27 correct, 100% cited, SME sign-off)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Phase 0.5: 🎤 Voice demo (2 weeks, $0, Whisper + Web Speech)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Phase 1: Royal London UAR/ISA (12 weeks, $20K, $238K/yr ROI)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Sonata knowledge fragmented across 4 systems (Wiki, Jira, Bitbucket, X-ray)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No unified query layer — answering functional questions requires manual SME cross-referencing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Upgrade assessments take 2–3 days per client (vs. target: 1 hour with assistant)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Same ~5 senior engineers field every "how does X work" question — bottleneck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Royal London: 80+ UAR/ISA support tickets/month consuming team bandwidth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Phase 0: POC — </a:t>
            </a:r>
            <a:r>
              <a:rPr sz="2800" b="1">
                <a:solidFill>
                  <a:srgbClr val="0CA30C"/>
                </a:solidFill>
                <a:latin typeface="Calibri"/>
              </a:rPr>
              <a:t>✓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Single feature: searchEmployer pagination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20–30 curated test questions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Proof: ingest → index → retrieve → cite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Cost: ~$0.11/question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27/27 correct (100%)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100% accurate citations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SME Pratigya: sign-off obtained ✓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Ready to scale to all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POC v2: Voice Demo — </a:t>
            </a:r>
            <a:r>
              <a:rPr sz="2600" b="1">
                <a:solidFill>
                  <a:srgbClr val="1BAF7A"/>
                </a:solidFill>
                <a:latin typeface="Calibri"/>
              </a:rPr>
              <a:t>Fully Working Voice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38328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The Ask (2 Weeks)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0175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050" b="0">
                <a:solidFill>
                  <a:srgbClr val="0B0B0B"/>
                </a:solidFill>
                <a:latin typeface="Calibri"/>
              </a:rPr>
              <a:t>Add STT + TTS to existing POC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0B0B0B"/>
                </a:solidFill>
                <a:latin typeface="Calibri"/>
              </a:rPr>
              <a:t>Whisper API (STT) + Web Speech (TTS)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0B0B0B"/>
                </a:solidFill>
                <a:latin typeface="Calibri"/>
              </a:rPr>
              <a:t>Use searchEmployer data (existing)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0B0B0B"/>
                </a:solidFill>
                <a:latin typeface="Calibri"/>
              </a:rPr>
              <a:t>Deploy: Vercel + Render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383280" cy="45720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01752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You'll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0175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Click "Ask" button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Speak question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Bot transcribes (Whisper)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Bot speaks answer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Shows sources below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645920"/>
            <a:ext cx="3657600" cy="45720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29184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86000"/>
            <a:ext cx="329184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End-to-end system (not prototype)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Voice = 10x more impressive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Proves architecture before Phase 1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Zero cost (all free tiers)</a:t>
            </a:r>
          </a:p>
          <a:p>
            <a:pPr>
              <a:spcAft>
                <a:spcPts val="10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Stakeholder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How It Works: Voice → Text → Answer → 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607040" cy="118872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9144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User speaks: "How does searchEmployer pagination work?"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→ Whisper API transcribes speech to text (free tier, 25K min/month)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→ orchestrator.ask() retrieves answer from index (&lt;200ms) with citations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→ Web Speech API speaks answer back (browser built-in, unlimited, zero cost)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60704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4281"/>
                </a:solidFill>
                <a:latin typeface="Calibri"/>
              </a:rPr>
              <a:t>Tech Stack (Zero 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607040" cy="2743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Frontend (Vercel): Mic input + audio playback + citations display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Backend (Render): Whisper STT + orchestrator.ask() + return text answer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Database: PostgreSQL + pgvector (existing POC index, no changes)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Cost: $0 (Whisper free tier + Web Speech browser API + Render/Vercel free tier)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Timeline: 2 weeks (copy-paste code scaffolds provided)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Why Voice Demo Wins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607040" cy="128016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56032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Text-only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737360"/>
            <a:ext cx="365760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"Chatbot answered correctly (27/27)"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737360"/>
            <a:ext cx="384048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Cool. Will it scale?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0607040" cy="128016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56032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Voice POC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200400"/>
            <a:ext cx="365760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"Voice assistant heard, retrieved, and spoke the answer"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200400"/>
            <a:ext cx="384048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This is amazing! Let's approve Phase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10607040" cy="128016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256032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663440"/>
            <a:ext cx="365760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Same accuracy + retrieval, but 10x more impressive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663440"/>
            <a:ext cx="384048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Easier Phase 1 approval = faster path to $238K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The Strategy: One Client, One Feature, Per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NOT: Enumerate all Wiki/Jira for all modules (takes forever, risky, no early ROI)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YES: One real client + one pain-point feature (bounded scope, measurable, fast)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Prove the playbook (12 weeks), then replicate to N clients (template + automation)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Why: POC proved the loop works; Phase 1 proves it scales on real traffic with real ROI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Risk: Contained (if 1 client fails, we learn; full-product fail = career limiting)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Pilot: Royal London (EMEA) · UAR + ISA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Royal London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Major EMEA client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Support team: 8 people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Current version: v16.1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Planned upgrade: v16.2 (Q4)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Pain point: 80+ UAR/ISA tickets/month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 We're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Chat bot for UAR/ISA questions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Indexed from wiki + Jira + release notes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Answers with citations (sources)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Response time: &lt;1 sec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Target accuracy: ≥80%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Timeline: 12 weeks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System Architecture: Production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Database: PostgreSQL + pgvector (structured chunks + vector embeddings + metadata filters)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Index: 150 wiki chunks + 47 Jira chunks + 12 release notes = 209 chunks (Royal London scope)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Query: Semantic search (vector) + metadata filter (client_id, module, version) &lt; 200ms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NOT hitting Wiki/Jira APIs per query — cached index, refreshed once daily (off-peak)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Ingestion: Wiki daily, Jira daily, Bitbucket weekly (no API thrashing, scheduled)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Every answer carries: wiki page, Jira key, release date, last-updated freshness flag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Phase 1 Timeline: 12 Weeks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1-2: Data ingest + index creation (150 wiki + 47 Jira + 12 release note chunks)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3-4: Validation against 100 real support questions (measure accuracy, cite rate)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5-10: Iterate to ≥80% accuracy (daily feedback loop with Royal London support team)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10: Deploy chat interface to Royal London support (private beta, 10 agents)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Weeks 11-12: Go-live + measure (questions/week, accuracy, time saved, satisfaction)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12 outcome: 40% UAR/ISA volume handled by bot, 10+ hrs/week saved, $238K/yr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Data Handoff: What We Need (3–4 Hours)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Wiki pages (UAR/ISA tagged) — HTML export — 1 hour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Jira tickets (FEAT/DEFECT, component=UAR|ISA, v15.8–v16.2) — CSV — 30 min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Release notes (v15.8→v16.2 UAR/ISA changes) — Markdown — 15 min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100 real support questions (date, question, resolution, time-to-res) — CSV — 1-2 hours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Royal London metadata (current version, team size, modules) — Form — 15 min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Known gaps/doc debt (outdated or conflicting docs) — List — 30 min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Total: ~3-4 hours from your team → we build the rest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How Support Team Uses It (Day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Traditional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Agent gets UAR question → 15 min searching wiki + Jira → sends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New Workflow (With Bot)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Agent asks bot → bot responds in 2 sec with sources → agent adds context + sends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Time saved: 15 min → 2 min per question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47 UAR/ISA questions/week × 13 min = 10+ hours/week freed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New hire training: 30% faster (bot is instant knowledge base)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Quality consistency: every agent gives same answer (no knowledge loss)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Support Team ROI: Royal London Year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56032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Questions/week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78308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78308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329184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56032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Time per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60604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06040"/>
            <a:ext cx="329184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−13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256032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Weekly time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42900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705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42900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94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429000"/>
            <a:ext cx="329184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611 min (10.2 hrs)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51959"/>
            <a:ext cx="256032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Cost/week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51959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$5,288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251959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$703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251959"/>
            <a:ext cx="329184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−$4,585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256032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Cost/year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07492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$275K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5074920"/>
            <a:ext cx="201168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$36.5K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074920"/>
            <a:ext cx="3291840" cy="6400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CA30C"/>
                </a:solidFill>
                <a:latin typeface="Calibri"/>
              </a:rPr>
              <a:t>−$238.5K SAVED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Bravura Beneficiaries: 7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81912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91640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40% volume automated, 12+ hrs/week saved, training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QA/Testing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41448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B0B0B"/>
                </a:solidFill>
                <a:latin typeface="Calibri"/>
              </a:rPr>
              <a:t>Test traceability per release, regression identification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7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BA/Product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91256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Data-driven roadmap (real customer questions), doc gap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31336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41063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Architects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941063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Impact assessment automation (2 days → 2 hours, Phase 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81144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90872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90872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Better bug context from support, release note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30952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Ops/Maintenance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440680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B0B0B"/>
                </a:solidFill>
                <a:latin typeface="Calibri"/>
              </a:rPr>
              <a:t>Incident context dashboards, faster MTTR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080760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190488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Executive/CFO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190488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$4M+ ROI at 10 clients, competitive moat, revenue protection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ROI Analysis: Year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Pilot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1 engineer (3 months): $60K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Cloud compute: $1.5K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Total investment: ~$20K (excl. salary)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
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CA30C"/>
                </a:solidFill>
                <a:latin typeface="Calibri"/>
              </a:rPr>
              <a:t>Payback: Week 4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CA30C"/>
                </a:solidFill>
                <a:latin typeface="Calibri"/>
              </a:rPr>
              <a:t>Year 1 ROI: 12x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Year 1 Savings (1 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Royal London support: $238.5K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Bravura support: $156K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QA incident prevention: $50–200K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Architect time: $20K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Other teams: $15K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
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Total: $479.5K–679.5K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Enterprise (10 clients): $4M+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Next Steps: Ready to Execute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Immediate (This Week)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Confirm: POC v2 Voice (2 weeks, $0, Whisper + Web Speech)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Receive code scaffolds + deployment guide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Integrate + deploy (Vercel + Render, copy-paste, ~3 hours)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Then (Week 3-12)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16459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Demo voice bot to stakeholders → win Phase 1 approval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Royal London data handoff (3-4h from their team)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12-week Phase 1 execution → go-live week 10 → $238K/yr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10607040" cy="118872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0241280" cy="10058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 Ask: </a:t>
            </a:r>
            <a:r>
              <a:rPr sz="1200" b="0">
                <a:solidFill>
                  <a:srgbClr val="FFFFFF"/>
                </a:solidFill>
                <a:latin typeface="Calibri"/>
              </a:rPr>
              <a:t>Approve POC v2 Voice (2 weeks) + Phase 1 Royal London (12 weeks). Cost: $20K. ROI: $238K/yr + proven playbook for scaling to 10 clients ($4M+).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